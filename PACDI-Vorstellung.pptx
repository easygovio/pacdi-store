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F6B45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F6B45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6B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PACDI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 Werkzeuge für den Alltag — entwickelt aus der Praxis, für die Praxis.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kurzer Einblick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Alltag bei Bildungsträgern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Dinge, die überall ähnlich aussehen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74920" cy="1965960"/>
          </a:xfrm>
          <a:prstGeom prst="roundRect">
            <a:avLst>
              <a:gd name="adj" fmla="val 5581"/>
            </a:avLst>
          </a:prstGeom>
          <a:solidFill>
            <a:srgbClr val="0A1828"/>
          </a:solidFill>
          <a:ln w="12700">
            <a:solidFill>
              <a:srgbClr val="1327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671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B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Bewerberverwaltung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Excel-Listen, verstreute E-Mails, kein zentraler Überblick.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965960"/>
            <a:ext cx="5074920" cy="1965960"/>
          </a:xfrm>
          <a:prstGeom prst="roundRect">
            <a:avLst>
              <a:gd name="adj" fmla="val 5581"/>
            </a:avLst>
          </a:prstGeom>
          <a:solidFill>
            <a:srgbClr val="0A1828"/>
          </a:solidFill>
          <a:ln w="12700">
            <a:solidFill>
              <a:srgbClr val="1327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21671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B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309360" y="27432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Prüfprotokolle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09360" y="315468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Papierformulare, die am Ende doch wieder abgetippt werden.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5074920" cy="1965960"/>
          </a:xfrm>
          <a:prstGeom prst="roundRect">
            <a:avLst>
              <a:gd name="adj" fmla="val 5581"/>
            </a:avLst>
          </a:prstGeom>
          <a:solidFill>
            <a:srgbClr val="0A1828"/>
          </a:solidFill>
          <a:ln w="12700">
            <a:solidFill>
              <a:srgbClr val="1327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4074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B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14400" y="49834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Verträge &amp; Dokumente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539496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Jedes Mal von Hand: Praktikumsvertrag, Empfehlung, Beurteilung.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4206240"/>
            <a:ext cx="5074920" cy="1965960"/>
          </a:xfrm>
          <a:prstGeom prst="roundRect">
            <a:avLst>
              <a:gd name="adj" fmla="val 5581"/>
            </a:avLst>
          </a:prstGeom>
          <a:solidFill>
            <a:srgbClr val="0A1828"/>
          </a:solidFill>
          <a:ln w="12700">
            <a:solidFill>
              <a:srgbClr val="1327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44074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B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09360" y="49834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09360" y="539496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Verwaltung frisst die Zeit, die eigentlich den Teilnehmenden gehört.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wir entwickeln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Kleine, gezielte Werkzeuge statt großer, teurer Software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0A1828"/>
          </a:solidFill>
          <a:ln w="12700">
            <a:solidFill>
              <a:srgbClr val="1327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6B45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41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Bewerberverwaltung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 Aufnahme, Bewertung und Entscheidung — an einem Ort.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0A1828"/>
          </a:solidFill>
          <a:ln w="12700">
            <a:solidFill>
              <a:srgbClr val="1327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240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6B45F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41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Automatische Dokumente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7033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Praktikumsvertrag, Empfehlung, Beurteilung — in Sekunden statt Stunden.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0A1828"/>
          </a:solidFill>
          <a:ln w="12700">
            <a:solidFill>
              <a:srgbClr val="1327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240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6B45F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41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21040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Prüfprotokolle (DGUV V3)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37033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Erfassung, sauberer PDF-Export, kein Papierchaos mehr.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Beispiel aus der Praxis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einen Bildungsträger in Berlin entwickelt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68096" y="219456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0A1828"/>
          </a:solidFill>
          <a:ln w="12700">
            <a:solidFill>
              <a:srgbClr val="1327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05256" y="21945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Bewerber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erfassen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054096" y="219456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B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557016" y="219456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0A1828"/>
          </a:solidFill>
          <a:ln w="12700">
            <a:solidFill>
              <a:srgbClr val="1327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94176" y="21945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Testergebnisse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eintragen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843016" y="219456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B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345936" y="219456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0A1828"/>
          </a:solidFill>
          <a:ln w="12700">
            <a:solidFill>
              <a:srgbClr val="1327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83096" y="21945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auswählen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31936" y="219456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6B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34856" y="219456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12301F"/>
          </a:solidFill>
          <a:ln w="12700">
            <a:solidFill>
              <a:srgbClr val="1E5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72016" y="21945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PDF/Word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fertig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908792" cy="1920240"/>
          </a:xfrm>
          <a:prstGeom prst="roundRect">
            <a:avLst>
              <a:gd name="adj" fmla="val 5714"/>
            </a:avLst>
          </a:prstGeom>
          <a:solidFill>
            <a:srgbClr val="0A1828"/>
          </a:solidFill>
          <a:ln w="12700">
            <a:solidFill>
              <a:srgbClr val="1327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443484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Vorher: mehrere Stunden pro Woche für Formulare und Verträge.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Nachher: wenige Minuten — der Rest läuft automatisch im Hintergrund.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das für euch interessant sein könnte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Egal ob Berufsvorbereitung, Weiterbildung oder Wachschutz-Schulungen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74920" cy="1965960"/>
          </a:xfrm>
          <a:prstGeom prst="roundRect">
            <a:avLst>
              <a:gd name="adj" fmla="val 5581"/>
            </a:avLst>
          </a:prstGeom>
          <a:solidFill>
            <a:srgbClr val="0A1828"/>
          </a:solidFill>
          <a:ln w="12700">
            <a:solidFill>
              <a:srgbClr val="1327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21992"/>
            <a:ext cx="146304" cy="146304"/>
          </a:xfrm>
          <a:prstGeom prst="ellipse">
            <a:avLst/>
          </a:prstGeom>
          <a:solidFill>
            <a:srgbClr val="F6B45F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213055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Passt sich an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Bildungsträger hat andere Formulare und Abläufe — das System wird darauf zugeschnitten.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965960"/>
            <a:ext cx="5074920" cy="1965960"/>
          </a:xfrm>
          <a:prstGeom prst="roundRect">
            <a:avLst>
              <a:gd name="adj" fmla="val 5581"/>
            </a:avLst>
          </a:prstGeom>
          <a:solidFill>
            <a:srgbClr val="0A1828"/>
          </a:solidFill>
          <a:ln w="12700">
            <a:solidFill>
              <a:srgbClr val="1327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2221992"/>
            <a:ext cx="146304" cy="146304"/>
          </a:xfrm>
          <a:prstGeom prst="ellipse">
            <a:avLst/>
          </a:prstGeom>
          <a:solidFill>
            <a:srgbClr val="F6B45F"/>
          </a:solidFill>
          <a:ln/>
        </p:spPr>
      </p:sp>
      <p:sp>
        <p:nvSpPr>
          <p:cNvPr id="10" name="Text 8"/>
          <p:cNvSpPr/>
          <p:nvPr/>
        </p:nvSpPr>
        <p:spPr>
          <a:xfrm>
            <a:off x="6601968" y="213055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DSGVO-konform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Eigener Server, volle Kontrolle über die Daten — kein Vendor-Lock-in.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5074920" cy="1965960"/>
          </a:xfrm>
          <a:prstGeom prst="roundRect">
            <a:avLst>
              <a:gd name="adj" fmla="val 5581"/>
            </a:avLst>
          </a:prstGeom>
          <a:solidFill>
            <a:srgbClr val="0A1828"/>
          </a:solidFill>
          <a:ln w="12700">
            <a:solidFill>
              <a:srgbClr val="1327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462272"/>
            <a:ext cx="146304" cy="146304"/>
          </a:xfrm>
          <a:prstGeom prst="ellipse">
            <a:avLst/>
          </a:prstGeom>
          <a:solidFill>
            <a:srgbClr val="F6B45F"/>
          </a:solidFill>
          <a:ln/>
        </p:spPr>
      </p:sp>
      <p:sp>
        <p:nvSpPr>
          <p:cNvPr id="14" name="Text 12"/>
          <p:cNvSpPr/>
          <p:nvPr/>
        </p:nvSpPr>
        <p:spPr>
          <a:xfrm>
            <a:off x="1207008" y="437083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Überschaubare Kosten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93776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Bewusst schlank gebaut — deutlich günstiger als klassische SaaS-Lösungen.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4206240"/>
            <a:ext cx="5074920" cy="1965960"/>
          </a:xfrm>
          <a:prstGeom prst="roundRect">
            <a:avLst>
              <a:gd name="adj" fmla="val 5581"/>
            </a:avLst>
          </a:prstGeom>
          <a:solidFill>
            <a:srgbClr val="0A1828"/>
          </a:solidFill>
          <a:ln w="12700">
            <a:solidFill>
              <a:srgbClr val="1327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4462272"/>
            <a:ext cx="146304" cy="146304"/>
          </a:xfrm>
          <a:prstGeom prst="ellipse">
            <a:avLst/>
          </a:prstGeom>
          <a:solidFill>
            <a:srgbClr val="F6B45F"/>
          </a:solidFill>
          <a:ln/>
        </p:spPr>
      </p:sp>
      <p:sp>
        <p:nvSpPr>
          <p:cNvPr id="18" name="Text 16"/>
          <p:cNvSpPr/>
          <p:nvPr/>
        </p:nvSpPr>
        <p:spPr>
          <a:xfrm>
            <a:off x="6601968" y="4370832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Startet klein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09360" y="493776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 beginnt mit einem Werkzeug und erweitert nur, was wirklich gebraucht wird.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F6B45F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6B4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Lasst uns austauschen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fertiges Angebot — nur ein Gespräch wert.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würde euch im Alltag wirklich helfen?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Fragt einfach 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2026-07-15T04:21:24Z</dcterms:created>
  <dcterms:modified xsi:type="dcterms:W3CDTF">2026-07-15T04:21:24Z</dcterms:modified>
</cp:coreProperties>
</file>